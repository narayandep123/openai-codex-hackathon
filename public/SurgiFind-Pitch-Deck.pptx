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2296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SurgiFind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75488"/>
            <a:ext cx="1097280" cy="3108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51206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Find the right hospital for surgery with clarity on price, insurance, and booking.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75569"/>
                </a:solidFill>
              </a:rPr>
              <a:t>SurgiFind helps patients discover surgical care faster by combining hospital search, price comparison, insurance matching, and guided booking in one platform.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2296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75488"/>
            <a:ext cx="1097280" cy="3108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51206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9875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Hospital discovery is fragmented across search engines, aggregators, and hospital websites.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Price transparency is poor, so families cannot compare likely costs with confidence.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Insurance network and coverage checks are confusing and time-consuming.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Booking a consultation or surgery often requires manual calls and follow-ups.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2296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75488"/>
            <a:ext cx="1097280" cy="3108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51206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9875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Hospital and surgery search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Cost range comparison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Insurance plan matching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Conversational guidance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Authenticated booking and booking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2296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Product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75488"/>
            <a:ext cx="1097280" cy="3108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51206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9875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Search by surgery, city, budget, rating, or hospital type.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Compare hospitals with price ranges and availability.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Use the chat assistant in natural language.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Review matching insurance plans.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Book a consultation or surgery slot securely.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Track or cancel the booking from booking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2296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75488"/>
            <a:ext cx="1097280" cy="3108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51206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9875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Smart surgery search with filters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Conversational assistant with direct search and symptom-assisted guidance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Insurance matching against covered surgeries and network hospitals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Secure authentication with booking history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Slot reservation flow with cancellation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2296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Business Potential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75488"/>
            <a:ext cx="1097280" cy="3108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51206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9875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Lead generation fees from hospitals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Premium listings or sponsored discovery placement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Booking conversion commissions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Insurance partnership and referral workflows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Care navigation subscriptions for high-intent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2296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75488"/>
            <a:ext cx="1097280" cy="3108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51206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9875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Add a payment system for deposits, booking confirmation, refunds, and receipts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Complete production cloud deployment with CI/CD, secrets handling, and monitoring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Move booking reservation and insert into stronger transactional workflows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Add doctor-level scheduling and richer hospital-side operations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Introduce rate limiting, WAF, audit trails, and production security hardening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2296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Long-Run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75488"/>
            <a:ext cx="1097280" cy="3108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51206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9875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Global edge delivery and CDN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Load balancer and autoscaled app runtime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API management for policies, versioning, and rate limiting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Redis cache for frequent reads and counters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Queue and workers for notifications and reconciliation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Observability, secrets management, and audit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2296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75488"/>
            <a:ext cx="1097280" cy="3108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51206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9875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Aditi Prasad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Mayank Prasad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Deepnarayan Lohra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2296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Closing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75488"/>
            <a:ext cx="1097280" cy="3108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51206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75569"/>
                </a:solidFill>
              </a:rPr>
              <a:t>When patients need surgery, they should not have to navigate cost, trust, insurance, and booking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75569"/>
                </a:solidFill>
              </a:rPr>
              <a:t>SurgiFind gives them one place to decide and 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2296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Long-Run 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475488"/>
            <a:ext cx="1097280" cy="3108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51206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783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1554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</a:rPr>
              <a:t>Users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Patients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Admins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828800"/>
            <a:ext cx="1783080" cy="214884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4408" y="1965960"/>
            <a:ext cx="1554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</a:rPr>
              <a:t>Edge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CDN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WAF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Load Balancer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828800"/>
            <a:ext cx="1783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6128" y="1965960"/>
            <a:ext cx="1554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</a:rPr>
              <a:t>App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Next.js UI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BFF APIs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Autoscale Runtime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1783080" cy="214884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1965960"/>
            <a:ext cx="1554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</a:rPr>
              <a:t>Platform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Redis Cache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Queue + Workers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Observability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1828800"/>
            <a:ext cx="1783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59567" y="1965960"/>
            <a:ext cx="1554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</a:rPr>
              <a:t>Data + External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Supabase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OpenAI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Payments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Notifications</a:t>
            </a:r>
          </a:p>
        </p:txBody>
      </p:sp>
      <p:sp>
        <p:nvSpPr>
          <p:cNvPr id="16" name="Chevron 15"/>
          <p:cNvSpPr/>
          <p:nvPr/>
        </p:nvSpPr>
        <p:spPr>
          <a:xfrm>
            <a:off x="2606040" y="2578608"/>
            <a:ext cx="292608" cy="310896"/>
          </a:xfrm>
          <a:prstGeom prst="chevron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7760" y="2578608"/>
            <a:ext cx="292608" cy="310896"/>
          </a:xfrm>
          <a:prstGeom prst="chevron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269480" y="2578608"/>
            <a:ext cx="292608" cy="310896"/>
          </a:xfrm>
          <a:prstGeom prst="chevron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601200" y="2578608"/>
            <a:ext cx="292608" cy="310896"/>
          </a:xfrm>
          <a:prstGeom prst="chevron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572000"/>
            <a:ext cx="108813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7731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0F172A"/>
                </a:solidFill>
              </a:rPr>
              <a:t>Current app remains the core product. Long-term scale comes from edge controls, autoscaling, API governance, caching, security, observability, and payment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